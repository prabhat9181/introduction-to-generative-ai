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notesSlides/notesSlide8.xml" ContentType="application/vnd.openxmlformats-officedocument.presentationml.notesSlide+xml"/>
  <Override PartName="/ppt/ink/ink1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4:50.1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1142 703 4915,'0'-1'12,"1"0"0,-1-1 1,1 1-1,-1 0 0,1-1 0,0 1 0,-1 0 1,1 0-1,0-1 0,0 1 0,0 0 0,0 0 1,0 0-1,0 0 0,0 0 0,0 0 0,0 1 1,0-1-1,0 0 0,1 1 0,-1-1 0,0 0 0,1 1 1,-1 0-1,0-1 0,1 1 0,2-1 0,45-6 492,-41 6-448,446-5 2260,-256 9-1388,565-3 2917,-898 10-1667,29 1-787,-654 28 3927,-412-22-4173,1080-15-1145,46 0 0,0-2 0,-60-8 0,104 8 1,0 0-1,0 0 1,0-1 0,0 1 0,1-1-1,-1 1 1,0-1 0,0 0 0,0 0-1,0 0 1,0 0 0,1 0 0,-1 0-1,0 0 1,1 0 0,-2-2-1,2 2-8,1 0-1,0 1 0,0-1 1,0 0-1,-1 0 0,1 0 1,0 1-1,0-1 0,0 0 0,0 0 1,0 0-1,0 1 0,0-1 1,0 0-1,1 0 0,-1 0 0,0 1 1,0-1-1,1 0 0,-1 1 1,0-1-1,1 0 0,-1 0 0,1 1 1,-1-1-1,2 0 0,3-5-92,1 1 0,0 0 0,0 0 0,0 1 0,0-1 0,1 2 0,10-6 0,34-12-722,2 2 1,110-25 0,118-4-472,-277 47 1283,380-44 674,658 5 0,-975 39-571,-43-1-57,-1 1-1,0 1 1,0 1-1,0 1 1,31 8-1,-45-5 48,-13-1-10,-31 2 140,-251 4 898,196-9-874,-1917 2 1230,1994-3-1466,28 0 0,44 1 0,372 29 0,-40 14 0,1811 352 0,-2172-390 0,-21-5 0,0 0 0,-1 1 0,1 0 0,-1 1 0,1-1 0,-1 2 0,0-1 0,0 1 0,0 1 0,7 4 0,-15-8 0,1-1 0,-1 0 0,1 0 0,-1 1 0,1-1 0,-1 1 0,0-1 0,1 0 0,-1 1 0,0-1 0,1 1 0,-1-1 0,0 1 0,0-1 0,1 1 0,-1-1 0,0 1 0,0-1 0,0 1 0,1-1 0,-1 1 0,0-1 0,0 1 0,0 0 0,0-1 0,0 1 0,0-1 0,0 1 0,-1-1 0,1 1 0,0-1 0,0 1 0,0-1 0,0 1 0,-1-1 0,1 1 0,-1 0 0,-23 15 0,-13-2 0,-1-1 0,-64 11 0,26-7 0,-207 44 0,-1134 190 0,1295-229 0,10-1 0,0-4 0,-189 3 0,203-26 0,61 1 0,31 2 0,13 1 0,35-6-110,-1-1 1,66-25-1,-79 25-86,223-82-2253,74-30 334,839-289 18,-1114 395 2153,146-38 91,-176 49-108,-1 1 0,1 1 0,0 1-1,0 1 1,-1 1 0,1 0 0,35 8 0,-47-6 58,-9 0-15,-16 1 49,-33 0 84,-888-2 1708,565-4-1011,634 2 518,-260 0-1425,1779 30 1872,-1347-21-1877,-396-7 0,-2 1 0,53 13 0,-4-2 0,-289-42-634,-95-9-2266,-152-20 338,-1223-124 1326,1637 179 1293,-25-2 137,0-1 0,0-4 1,-88-23-1,147 31-181,1 0 1,0-1-1,0 1 1,0-1-1,0 1 1,0-1-1,0 0 1,0 0-1,0 0 1,1 0 0,-1-1-1,1 1 1,-4-6-1,5 7-13,1 1-1,0-1 1,-1 0-1,1 0 1,0 0 0,0 1-1,0-1 1,0 0-1,-1 0 1,1 0 0,0 1-1,0-1 1,0 0-1,1 0 1,-1 0 0,0 1-1,0-1 1,0 0-1,1 0 1,-1 0 0,0 1-1,1-1 1,-1 0 0,1-1-1,1 0-33,0 0 1,1 0-1,-1 0 0,0 0 1,1 1-1,-1-1 1,1 1-1,0-1 0,-1 1 1,7-2-1,16-5-390,1 1 1,36-4-1,188-19-1790,134-2 158,1508-46 2620,-1866 78-529,35-3 115,-1 3 0,0 3 0,0 2 1,93 21-1,-115-20 63,-9-1 287,-44-4-97,-833-21 4559,145 2-3536,-14 18 920,974 1-1328,56 5-1006,1143 55-12,-1317-53 0,-1 7 0,174 41 0,-312-56 0,0 0 0,0 0 0,0 0 0,0 0 0,-1 0 0,1 0 0,0 0 0,0 0 0,0 0 0,0 0 0,0 0 0,0 0 0,0 0 0,0 0 0,0 0 0,0 1 0,0-1 0,0 0 0,0 0 0,0 0 0,0 0 0,0 0 0,0 0 0,0 0 0,0 0 0,-1 0 0,1 1 0,0-1 0,0 0 0,0 0 0,1 0 0,-1 0 0,0 0 0,0 0 0,0 0 0,0 0 0,0 0 0,0 1 0,0-1 0,0 0 0,0 0 0,0 0 0,0 0 0,0 0 0,0 0 0,0 0 0,0 0 0,0 0 0,0 0 0,0 0 0,0 0 0,1 0 0,-1 0 0,0 1 0,0-1 0,0 0 0,0 0 0,0 0 0,-17 5 0,-39 5 0,-316 20 0,235-20 0,-967 58 0,106-7 0,682-36 0,245-19 0,48-2 0,52-2 0,1166 45 0,-806-27 0,16 14 0,-307-19 0,0 4 0,97 33 0,-155-42 0,-31-8 0,0 0 0,-1 0 0,1 1 0,0 0 0,-1 0 0,14 8 0,-22-11 0,1 1 0,-1-1 0,1 0 0,-1 0 0,1 1 0,-1-1 0,0 0 0,1 0 0,-1 1 0,1-1 0,-1 0 0,0 1 0,1-1 0,-1 0 0,0 1 0,0-1 0,1 1 0,-1-1 0,0 1 0,0-1 0,0 1 0,1-1 0,-1 0 0,0 1 0,0-1 0,0 1 0,0-1 0,0 1 0,0-1 0,0 1 0,0-1 0,0 1 0,0-1 0,0 1 0,0-1 0,0 1 0,-1-1 0,1 1 0,0-1 0,0 1 0,-1-1 0,1 0 0,0 1 0,0-1 0,-1 1 0,1-1 0,-1 1 0,-35 16 0,-275 64 0,158-47 0,-1843 412 0,1703-382 0,-61 11 0,330-70 0,9-2 0,1 0 0,-1 1 0,-23 10 0,36-11 0,8-1 0,15 0 0,157-16 0,114-5 0,1415 6 0,-1159 15 0,-279 18 0,0-1 0,-251-22-3,-18-7 11,-29-16-141,-55-33-1502,-142-75-1,-98-23 82,269 131 1396,-433-180-386,480 203 562,-2 0-13,0-1 0,0 0 0,0 0-1,1-1 1,0 0 0,-11-9 0,18 13-18,1 0 1,0 0-1,-1-1 1,1 1-1,0-1 1,0 1-1,0-1 1,0 1-1,0-1 1,1 1-1,-1-1 1,0 0 0,1 1-1,-1-1 1,1 0-1,-1 0 1,1-3-1,0 2-21,1 0 1,-1 1-1,1-1 0,0 0 1,0 0-1,0 1 0,0-1 1,1 1-1,-1-1 0,1 1 1,-1-1-1,1 1 0,0 0 0,4-4 1,17-15-285,1 2 1,1 1 0,1 1-1,0 0 1,48-20-1,-49 24 150,171-82-684,5 7 0,2 10 1,288-70-1,-308 106 1238,3 9 1,0 8 0,2 8-1,236 8 1,-100 23 716,-381-17-224,-70-12 0,39 3-369,-371-55-480,-208-21-367,322 85 945,248 5-438,94-2-155,-15 1 49,18 2 44,16 1 121,462 82 1656,-248-50-1558,-133-20-211,403 78 451,-387-67-381,-1 5 0,144 62 0,-254-93-182,11 4 29,0 0 0,-1 1-1,1 1 1,-1 0 0,0 0 0,-1 1 0,0 0 0,0 1-1,10 11 1,-21-19-26,1 0 0,-1-1-1,1 1 1,-1 0 0,0-1 0,1 1-1,-1 0 1,0 0 0,1-1-1,-1 1 1,0 0 0,0 0-1,0 0 1,1 0 0,-1-1 0,0 1-1,0 0 1,0 0 0,-1 0-1,1-1 1,0 1 0,0 0 0,0 0-1,0 0 1,-1-1 0,1 1-1,0 0 1,-1 0 0,1-1 0,-2 2-1,0 0 20,0 0-1,0 0 0,-1 0 0,1-1 1,-1 1-1,1-1 0,-1 0 1,0 0-1,1 0 0,-5 1 1,-98 16 542,-129 7 77,-1753 117-508,1810-137-137,175-5 0,1 0 0,0 0 0,-1-1 0,1 1 0,0 0 0,-1 1 0,1-1 0,0 0 0,0 0 0,-1 0 0,1 1 0,0-1 0,-1 1 0,1-1 0,0 1 0,0-1 0,0 1 0,0 0 0,0-1 0,0 1 0,0 0 0,0 0 0,0 0 0,0 0 0,-1 1 0,3 0 0,-1-1 0,1 0 0,0 1 0,0-1 0,0 0 0,0 0 0,0 0 0,1 0 0,-1 0 0,0 0 0,0 0 0,1 0 0,-1 0 0,0 0 0,1-1 0,-1 1 0,1-1 0,-1 1 0,1-1 0,2 1 0,25 8 0,50 9 0,-25-7 0,215 48 0,507 119 0,-425-68 0,-323-93 0,-27-17 0,-1 0 0,0 1 0,1-1 0,-1 1 0,0-1 0,1 1 0,-1-1 0,0 1 0,1-1 0,-1 1 0,0-1 0,0 1 0,0-1 0,1 1 0,-1-1 0,0 1 0,0-1 0,0 1 0,0 0 0,0-1 0,0 1 0,0-1 0,0 1 0,0-1 0,-1 1 0,1-1 0,0 1 0,0 0 0,-3 2 0,-1 0 0,1 0 0,0 0 0,-1 0 0,1-1 0,-1 0 0,0 1 0,0-1 0,0-1 0,0 1 0,0-1 0,-6 2 0,-471 118 0,310-85 0,15 0 0,-391 83 0,477-108 0,43-8 0,22-2 0,7-2 0,457-95-1268,-230 43 253,34-7 272,334-62 14,-526 115 826,1 3-1,107 9 1,-96-1 50,96-7 0,-169 1-157,0 0 1,0 0 0,0-1 0,0-1 0,-1 0 0,0 0 0,0-1-1,0 0 1,0 0 0,-1-1 0,1 0 0,-2-1 0,14-13 0,-6 4-70,0-2 1,-1 0-1,-1 0 1,0-1-1,11-25 1,-19 33 11,0-1-1,-1 1 1,-1-1 0,1 0-1,-2 0 1,0 0 0,0 0-1,-1-21 1,-1 27 46,0 0 0,-1-1-1,1 1 1,-1 0 0,-1-1 0,1 1 0,-1 0-1,0 0 1,0 0 0,-1 0 0,0 1 0,0-1-1,0 1 1,-1-1 0,0 1 0,0 0-1,0 1 1,-6-7 0,-8-1 30,0 0 1,-1 1-1,0 1 1,0 0-1,-1 2 1,-1 0-1,1 1 0,-1 2 1,0 0-1,-25-3 1,-23 2 160,-127 5-1,118 2-69,32 3-10,1 1 1,0 3-1,-67 20 1,-7 0 74,83-16-98,27-3-7,10-8-57,-1 0 1,1 0 0,-1-1-1,1 1 1,-1 0 0,1 0 0,0-1-1,-1 1 1,1-1 0,0 1-1,-1-1 1,1 1 0,0-1 0,0 1-1,-1-1 1,1 0 0,0 1-1,0-1 1,0 0 0,1 0 0,36 12 78,1-2 1,0-1-1,1-3 0,58 3 1,170-9 202,-130-3-104,434 3 695,-621 0-787,20 0-81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4:29.72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47 739 4915,'16'-1'165,"0"-1"0,-1-1 0,1 0 1,0-1-1,-1-1 0,25-11 0,-20 8 65,1 0 1,39-8-1,65-4 1053,249-5-1,334 26 2803,-911 1-2330,4 1-404,-292-31 0,367 4-904,82 15-94,0 1-1,-84-4 0,101 14-232,-5 1 198,29-6-92,18-3 42,29-6 265,0 3-1,0 1 1,57-1 0,-31 2-172,519-42-208,66-7-166,-99 27 13,-537 33 0,-28 5 0,-36 8 0,-37-1 0,0-4 0,-1-4 0,-113-2 0,125-5 0,-1352-53 0,1354 46 0,37 5 0,0-1 0,0-2 0,0-1 0,-45-14 0,73 18 0,1 1 0,-1-1 0,0 0 0,0 1 0,1-1 0,-1 0 0,0 0 0,1 0 0,-1 0 0,1 0 0,-1-1 0,1 1 0,-1 0 0,1-1 0,0 1 0,0-1 0,0 1 0,0-1 0,0 0 0,-1-1 0,2 2 0,1-1 0,-1 1 0,0 0 0,1 0 0,-1 0 0,1 0 0,-1 0 0,1 0 0,0 0 0,-1 0 0,1 0 0,0 0 0,0 0 0,0 0 0,-1 1 0,1-1 0,0 0 0,0 1 0,0-1 0,0 0 0,1 1 0,-1-1 0,0 1 0,0 0 0,0-1 0,0 1 0,0 0 0,1 0 0,-1 0 0,0-1 0,2 2 0,33-6 0,1 2 0,-1 2 0,0 1 0,0 2 0,55 10 0,-26-4 0,192 26 0,106 11 0,76-34 0,-165-8 0,-214 1 0,0 4 0,67 16 0,-73-12 0,1-2 0,100 5 0,-81-18 0,-50 1 0,0 1 0,1 1 0,-1 0 0,0 2 0,0 1 0,40 11 0,-62-14 0,-1 0 0,1 1 0,0-1 0,-1 1 0,1-1 0,-1 1 0,1 0 0,-1-1 0,0 1 0,1 0 0,-1 0 0,0 0 0,0 0 0,1 0 0,-1 0 0,0 1 0,0-1 0,0 0 0,0 1 0,0-1 0,-1 0 0,2 3 0,-2-3 0,-1 0 0,1 0 0,0 1 0,-1-1 0,1 0 0,-1 0 0,1 0 0,-1 0 0,0 0 0,1 0 0,-1 0 0,0 0 0,0 0 0,0 0 0,0 0 0,0 0 0,0 0 0,0-1 0,0 1 0,0 0 0,-2 0 0,-9 6 0,0-2 0,-1 1 0,0-1 0,-15 3 0,-371 65 0,242-49 0,-36 6 0,0-8 0,-289-4 0,385-18 0,-47-3 0,141 3 0,1 0 0,-1 0 0,1 0 0,-1-1 1,1 1-1,-1 0 0,1-1 0,0 0 0,-1 0 0,1 0 1,0 0-1,0 0 0,0 0 0,0 0 0,0-1 0,0 1 0,-4-4 1,6 3-3,-1 0 1,1 0-1,-1 0 1,1 0-1,0 0 1,0 0-1,0 0 1,0 0-1,0 0 1,0 0-1,0 0 1,1 0-1,-1 1 1,1-1-1,-1 0 1,1 0-1,0 0 1,0 0-1,0 0 1,0 1-1,2-4 1,-1 3-9,-1-1 1,0 0-1,1 0 1,-1 0-1,0 0 0,0 0 1,-1 0-1,1 0 1,-1 0-1,1 0 0,-1 0 1,0-1-1,0 1 1,0 0-1,-1-4 1,0 5 9,0 0 0,0 1 1,1-1-1,-1 1 0,0 0 1,0-1-1,-1 1 0,1 0 1,0 0-1,0-1 0,-1 1 1,1 0-1,0 0 1,-1 0-1,1 1 0,-1-1 1,1 0-1,-1 0 0,0 1 1,1-1-1,-1 1 0,0 0 1,1-1-1,-1 1 0,0 0 1,1 0-1,-1 0 0,0 0 1,1 0-1,-4 1 1,-52 4 2,1 2 1,-1 3 0,-69 21 0,73-13-1,35-10-2,-1-2 1,-1-1-1,1 0 1,-38 4 0,-36-8 3,294-4 10,138 5 1,-226 15-10,-73-9-2,64 3-1,92-13 7,86 4 3,-245 8-10,-28-1-1,-9-8-2,-1 0 0,1-1 1,-1 1-1,1-1 0,-1 1 0,1 0 0,-1-1 0,1 1 0,-1-1 0,0 0 0,1 1 1,-1-1-1,0 1 0,1-1 0,-1 0 0,0 1 0,0-1 0,1 0 0,-1 0 0,0 0 1,-1 0-1,-31 6 2,-1-1 1,1-2-1,-1-1 1,-61-6 0,17 2 1,-996 1 45,1210-1-49,159 5 0,-265 1 0,0 1 0,-1 2 0,34 12 0,-32-8 0,0-3 0,45 8 0,22-10 0,135-6 0,-81-4 0,70 5 0,-1701-1 0,1470 0 0,5 0 0,-1 1 0,1-1 0,-1 0 0,0 0 0,1-1 0,-1 1 0,1-1 0,0 0 0,-1 0 0,1-1 0,0 1 0,-1-1 0,1 0 0,-5-3 0,9 4 0,-1 0 0,1 1 0,0-1 0,0 0 0,0 1 0,0-1 0,0 0 0,0 1 0,0-1 0,1 0 0,-1 0 0,0 1 0,0-1 0,0 1 0,1-1 0,-1 0 0,0 1 0,1-1 0,-1 0 0,0 1 0,1-1 0,-1 1 0,1-1 0,-1 1 0,1-1 0,-1 1 0,1 0 0,-1-1 0,1 1 0,0-1 0,-1 1 0,1 0 0,0 0 0,-1-1 0,1 1 0,1 0 0,25-14 0,8 5 0,1 2 0,0 1 0,0 2 0,0 1 0,67 4 0,-40 0 0,238 1 0,162-3 0,-207-18 0,55 0 0,672 20 0,-946-3 0,0-1 0,41-10 0,-38 5 0,62-3 0,250 12 0,-670 14 0,72-2 0,-1138-4 0,1024-10 0,368 1 0,148 0 0,166 22 0,430 62 0,-552-80 0,-13-1 0,55 33 0,-335-14 0,-157 6 0,-353-6 0,457-19 0,-149-7 0,293 4-3,-1 0 1,0 0-1,0-1 0,0 0 1,0 1-1,0-1 0,1 0 1,-1 0-1,0-1 1,1 1-1,-1 0 0,1-1 1,-1 0-1,1 1 0,0-1 1,0 0-1,0 0 0,0 0 1,-3-4-1,5 5-3,-1 0 1,1 0-1,0 0 0,-1 0 0,1 0 0,0 0 0,-1 0 1,1 0-1,0 0 0,0 0 0,0 0 0,0 0 1,0-1-1,0 1 0,1 0 0,-1 0 0,0 0 0,0 0 1,1 0-1,0-1 0,0-1 0,1 1 0,-1 0 1,1 1-1,0-1 0,-1 0 0,1 0 1,0 1-1,0-1 0,0 1 0,0-1 1,0 1-1,4-2 0,35-13 12,0 1-1,1 2 0,1 2 1,50-7-1,239-23 21,-92 15-13,197-18 15,102-15 7,-445 41-29,-36 6 0,0 3-1,93-4 1,-16 17 3,130-6 10,-164-18-11,-32 5-1,-111 18 3,-55-5-1,13 0 0,-592-19 18,186 6-27,480 15 3,0 0 1,1-1 0,-1-1-1,-18-4 1,27 6-9,0 0 0,-1 0 1,1-1-1,0 1 0,0 0 1,0-1-1,-1 1 0,1-1 1,0 0-1,0 1 0,0-1 0,0 0 1,0 1-1,0-1 0,0 0 1,0 0-1,0 0 0,0 0 1,0 0-1,1 0 0,-1 0 1,0 0-1,1 0 0,-1 0 0,1-1 1,-1 1-1,1 0 0,-1 0 1,1-1-1,0 1 0,0 0 1,0 0-1,0-1 0,0 1 1,0 0-1,0-1 0,0 1 0,0 0 1,0 0-1,1-1 0,-1 1 1,1 0-1,-1 0 0,1 0 1,-1-1-1,1 1 0,-1 0 1,2-1-1,5-8 3,1 2-1,0-1 1,0 1 0,1 0 0,-1 1 0,2 0-1,-1 0 1,1 1 0,0 0 0,0 1 0,1 0-1,0 0 1,13-3 0,22-5 13,86-14 1,-114 24-13,13-2 4,95-18 7,1 7 1,144-2-1,253 21 38,-2679-3 91,2148 0-139,0 0 0,0 1 0,0 1 0,0-1 0,0 1 0,-10 4 0,9-3 0,188-78-1472,25 14 1104,252-41 0,-345 85 447,0 5 1,217 3-1,-127 9 42,69 4 66,-239 1-153,0 1 0,-1 2-1,0 1 1,56 24 0,3 1 25,-64-25-39,-1 1 1,0 1 0,0 2 0,-1 0 0,-1 2 0,0 0 0,-1 2-1,-1 0 1,0 1 0,-2 2 0,0 0 0,17 23 0,-31-35-13,1 1-1,-1 0 1,-1 0 0,0 0 0,0 1 0,-1-1-1,0 1 1,-1 0 0,0 0 0,0 0 0,-1 0 0,0 0-1,-1 1 1,0-1 0,-1 0 0,0 0 0,0 0-1,-1 0 1,-1 0 0,0 0 0,-5 12 0,4-12 0,-1 0 0,0 0 0,0-1 0,-1 1 0,0-1 0,-1-1 0,0 1 0,0-1 0,-1 0 0,0-1 0,0 0 1,-1 0-1,0-1 0,0 0 0,-1-1 0,1 0 0,-1 0 0,0-1 0,-17 5 0,-4-4 18,0-1 0,1-2 0,-1 0 0,-57-7 1,59 2-2,0 2 0,0 1 0,0 1 0,0 1 0,-48 10 0,45-5 8,1-2 0,-1-1 0,-56 1 0,1-1 22,-8 12 21,68-9-32,-53 4 0,42-9-23,8-2 9,0 2 0,1 1 0,-50 12 0,171-35-19,0 4 0,2 3 1,0 5-1,95 4 1,689 6-12,-876-2 0,0 0 0,0 0 0,1 0 0,-1 0 0,0 0 0,0 0 0,0 0 0,0 1 0,0-1 0,0 1 0,0 0 0,0-1 0,0 1 0,3 2 0,-5-2 0,1-1 0,-1 1 0,0 0 0,0-1 0,0 1 0,0-1 0,0 1 0,0-1 0,0 1 0,0 0 0,0-1 0,0 1 0,0-1 0,0 1 0,-1-1 0,1 1 0,0-1 0,0 1 0,-1-1 0,1 1 0,0-1 0,-1 1 0,1-1 0,0 1 0,-1-1 0,1 1 0,-1-1 0,1 0 0,-1 1 0,1-1 0,-1 1 0,-8 5 0,0 1 0,-1-1 0,-17 8 0,-15 3 0,-1-1 0,0-3 0,-1-1 0,-1-2 0,-80 7 0,-231-10 0,230-8 0,104 2 0,0 1 0,0 1 0,-30 9 0,27-5 0,-52 5 0,-142 11 0,133-13 0,0-3 0,-147-8 0,85-2 0,112 3 0,5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06.1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870 923 4915,'-7'-3'398,"14"-4"-154,16-5 60,12 5 145,1 3-1,0 0 1,68 3 0,-42 2 8,825-23 3796,-784 17-3958,390-4 1616,-354 28-1316,-91-11-231,52 2 0,-83-7-72,-26 1 245,-46 4 526,-726 12 4035,567-20-5046,-942 1-52,1150-2 0,0 1 0,0-1 0,0 0 0,1-1 0,-1 1 0,0-1 0,1 0 0,-1-1 0,-6-3 0,11 6 0,1-1 0,-1 1 0,0-1 0,0 1 0,1-1 0,-1 1 0,0-1 0,1 0 0,-1 1 0,1-1 0,-1 0 0,1 1 0,-1-1 0,1 0 0,-1 0 0,1 0 0,0 1 0,-1-1 0,1 0 0,0 0 0,0 0 0,0 0 0,0 1 0,0-1 0,0-2 0,0 2 0,1-1 0,0 0 0,0 1 0,0-1 0,1 1 0,-1-1 0,0 1 0,1 0 0,-1-1 0,1 1 0,-1 0 0,1 0 0,-1 0 0,1 0 0,0 0 0,-1 1 0,5-2 0,20-7 0,1 0 0,0 2 0,1 1 0,0 2 0,0 0 0,54 1 0,-37 1 0,1749-39 0,-1756 40 0,19-1 0,0 2 0,0 3 0,0 2 0,100 23 0,-257-24 0,-190-18 0,-282-9 0,374 22 0,1 9 0,-265 44 0,433-46 0,17-3 0,0-1 0,0 0 0,0-1 0,-18 0 0,37-6-26,0 1 1,0 0-1,1 0 1,-1 1-1,13-5 1,105-24-2251,247-32 0,-233 44 1641,75-14-1,189-26 367,3 33 637,-181 34 218,-293-10-436,0-2 1,-90-20-1,84 12-540,-477-92-1358,46 8 1910,480 93-133,9 2 15,0-1 0,0-1 1,1 0-1,-18-7 0,43 13 35,-1 0-1,1-1 1,0 0-1,14 0 1,15 2 70,679 73 1086,-574-69-789,-404-65-799,47 9 419,-245-24 0,172 69 326,31 2-130,251 1-252,0 1 0,0-1 1,0 1-1,0-1 0,0-1 0,0 1 1,0 0-1,-6-4 0,10 5-8,0 0 0,-1-1 0,1 1 0,0 0 0,0 0 0,0 0 0,0 0 0,-1 0 0,1 0 0,0 0 0,0-1 0,0 1-1,0 0 1,0 0 0,0 0 0,0 0 0,-1-1 0,1 1 0,0 0 0,0 0 0,0 0 0,0-1 0,0 1 0,0 0 0,0 0 0,0 0 0,0-1 0,0 1-1,0 0 1,0 0 0,0 0 0,0-1 0,0 1 0,0 0 0,0 0 0,0 0 0,0-1 0,1 1 0,-1 0 0,0 0 0,0 0 0,0 0 0,0-1-1,0 1 1,0 0 0,1 0 0,-1 0 0,0 0 0,0 0 0,0-1 0,1 1 0,27-7 132,195-8 685,701-39 593,18 39-869,-905 16-461,-32-1 5,-25 1 2,-1256-1 462,1262 0-551,5 1 0,0-1 0,0-1 0,0 1 0,0-1 0,0-1 0,-11-3 0,20 5 0,-1 0 0,0 0 0,0 0 0,0-1 0,1 1 0,-1 0 0,0-1 0,1 1 0,-1-1 0,0 1 0,1-1 0,-1 1 0,1-1 0,-1 1 0,1-1 0,-1 1 0,1-1 0,-1 0 0,1 1 0,-1-1 0,1 0 0,0 0 0,-1 1 0,1-2 0,0 1 0,0 0 0,1 0 0,-1 0 0,1 0 0,-1 1 0,1-1 0,-1 0 0,1 0 0,-1 1 0,1-1 0,0 0 0,-1 0 0,1 1 0,0-1 0,0 1 0,-1-1 0,1 1 0,0-1 0,0 1 0,0-1 0,0 1 0,1-1 0,13-4 0,0 0 0,0 2 0,0-1 0,0 2 0,1 0 0,-1 0 0,21 2 0,11-2 0,1532-48 0,-1548 50 0,-23 0 0,-21 1 0,-8 0 0,-254 22 0,124-9 0,-745 65 0,-16-42 0,878-36 0,18 0 0,0-1 0,0-1 0,-19-2 0,40 2 0,0-1 0,0 1 0,0-1 0,0 0 0,-1 0 0,8-4 0,6-2 0,18-5 0,1 3 0,0 0 0,52-5 0,121-3 0,-137 14 0,738-18 0,-799 23 0,27 0 0,45 8 0,-76-8 0,0 1 0,0 0 0,0 0 0,0 0 0,0 1 0,0 1 0,0-1 0,-1 1 0,0 0 0,0 1 0,12 9 0,-17-12 0,0 0 0,0 0 0,-1 0 0,1 0 0,-1 0 0,1 0 0,-1 1 0,0-1 0,1 0 0,-1 1 0,-1-1 0,1 1 0,0 0 0,0-1 0,-1 1 0,0-1 0,1 1 0,-1 0 0,0-1 0,0 1 0,-1 3 0,0-1 0,-1-1 0,0 0 0,1 0 0,-1 1 0,-1-1 0,1 0 0,-1-1 0,1 1 0,-1 0 0,0-1 0,-5 5 0,-6 4 0,-1 0 0,0-1 0,0-1 0,-1-1 0,-20 10 0,-52 18 0,-124 37 0,-102 9 0,175-48 0,-436 113 0,535-144 0,37-7 0,23-4 0,41-2 0,1 2 0,-1 3 0,87 4 0,-46 1 0,76 3 0,0 7 0,-1 7 0,-1 9 0,337 96 0,110 73 0,-570-180 0,-1 3 0,90 47 0,-142-66 0,1 0 0,0 1 0,-1-1 0,1 0 0,0 0 0,-1 0 0,1 1 0,0-1 0,-1 0 0,1 1 0,-1-1 0,1 1 0,-1-1 0,1 1 0,-1-1 0,1 1 0,-1-1 0,1 1 0,-1-1 0,0 1 0,1 0 0,-1-1 0,0 1 0,1-1 0,-1 1 0,0 0 0,0-1 0,0 1 0,0 0 0,0 0 0,0-1 0,1 1 0,-2 0 0,1-1 0,0 1 0,0 0 0,0-1 0,0 1 0,0 0 0,0-1 0,-1 1 0,1 0 0,0-1 0,-1 1 0,1-1 0,0 1 0,-1 0 0,1-1 0,-1 1 0,1-1 0,-1 1 0,1-1 0,-1 1 0,1-1 0,-1 0 0,1 1 0,-1-1 0,0 0 0,1 1 0,-1-1 0,0 0 0,1 0 0,-1 0 0,0 1 0,0-1 0,-55 16 0,55-16 0,-140 23 0,-171 6 0,170-18 0,-132 6 0,-108 11 0,203 4 0,132-20 0,0-3 0,-1-2 0,-55 1 0,-992-11 0,1066 5 0,-1 1 0,-47 11 0,45-8 0,-63 6 0,-272-13 0,366 1 0,-1 1 0,1-1 0,-1 0 0,0 0 0,1-1 0,-1 1 0,1 0 0,-1 0 0,0-1 0,1 1 0,-1-1 0,1 1 0,-1-1 0,-2-1 0,4 1 0,0 1 0,0 0 0,0-1 0,0 1 0,0-1 0,0 1 0,0-1 0,0 1 0,0-1 0,0 1 0,0 0 0,0-1 0,1 1 0,-1-1 0,0 1 0,0 0 0,0-1 0,1 1 0,-1-1 0,0 1 0,0 0 0,1-1 0,-1 1 0,0 0 0,1-1 0,-1 1 0,0 0 0,1 0 0,-1-1 0,0 1 0,1 0 0,46-26 0,52-17 6,124-45-397,-175 73 430,53-15-247,-2-4 0,107-54 0,-168 70 256,59-35-159,-89 49 67,-1-1 0,-1 0 0,1-1 0,-1 1 0,0-1 0,0-1 0,0 1 0,-1-1 0,0 0 0,4-8 0,-7 13 23,-1-1 0,0 0 0,0 0 0,0 1 0,-1-1 0,1 0 0,-1 0 0,1 0 0,-1 0 0,0 0 0,0 0 0,0 0 0,0 0 0,-1 0 0,1 1 0,-1-1 0,0 0 0,0 0 0,0 0 0,0 1 0,0-1 0,-3-3 0,-3-4-9,0 1 0,-1 0 0,0 1 1,-14-12-1,15 13-11,-1 1 0,2-1 0,-1 0 1,1 0-1,0-1 0,-9-13 0,10 8-29,1 0 1,0 0-1,1-1 0,0 1 0,1-1 0,0 0 0,1 1 1,1-1-1,0 0 0,1 1 0,1-1 0,0 0 0,5-16 1,-1 7-60,1 1 0,1 1 1,1 0-1,1 0 1,0 0-1,2 1 0,14-19 1,-25 38 131,1 0 0,-1 0-1,0 0 1,0-1 0,0 1 0,-1 0 0,1-1 0,0 1 0,-1-1-1,1 1 1,0-1 0,-1 1 0,0-1 0,1 0 0,-1 1 0,0-1-1,0 1 1,0-4 0,0 5 0,-1-1 0,1 0 0,-1 1 0,0-1 0,1 1-1,-1-1 1,1 1 0,-1-1 0,0 1 0,0-1 0,1 1 0,-1 0 0,0-1-1,0 1 1,1 0 0,-1-1 0,0 1 0,0 0 0,0 0 0,1 0 0,-1 0-1,0 0 1,0 0 0,0 0 0,0 0 0,-13 2 33,1 0-1,0 0 1,-17 7 0,18-6-15,-316 97 449,3-2-39,139-47-229,151-42-145,-1-1 1,0-2-1,-63 3 1,-111-11 206,77-1-87,407 1 469,754 27 545,-841-4-1005,198 11 165,-354-31-351,61-1 0,137 19 0,-118-7 0,0-5 0,127-9 0,-95 0 0,848 1 0,-955-1 0,0-2 0,58-13 0,-41 7 0,16-4 0,-27 4 0,1 3 0,61-4 0,-66 10 0,218 5 0,-153 13 0,-68-10 0,48 4 0,-73-10 0,1 0 0,-1 0 0,0 1 0,1 0 0,-1 0 0,0 1 0,0 1 0,-1 0 0,1 0 0,12 8 0,-17-8 0,0 0 0,0 0 0,-1 1 0,1-1 0,-1 1 0,0 0 0,0 1 0,-1-1 0,0 1 0,0-1 0,0 1 0,0 0 0,-1 0 0,0 0 0,0 0 0,-1 1 0,0-1 0,1 7 0,3 46 0,-3 1 0,-3-1 0,-8 62 0,9-115 0,-1 0 0,0 0 0,-1 1 0,1-1 0,-1 0 0,0 0 0,0-1 0,-1 1 0,0 0 0,0-1 0,0 1 0,-1-1 0,0 0 0,0 0 0,0-1 0,0 1 0,-1-1 0,0 0 0,0 0 0,0 0 0,0-1 0,-1 0 0,1 0 0,-7 3 0,-11 1 0,0 0 0,0-2 0,0 0 0,-1-1 0,-24 0 0,-12 2 0,-77 7 0,-189-6 0,305-9 0,0-1 0,0-1 0,0-1 0,0 0 0,0-2 0,1 0 0,-28-15 0,26 11 0,-1 1 0,0 1 0,-1 2 0,0 0 0,-32-5 0,48 12-2,-1-1 0,1-1 0,0 0 0,-1 0 0,1-1 0,1 1 0,-11-6 0,17 7-1,0 1-1,0-1 0,0 0 1,0 1-1,0-1 0,0 0 1,0 0-1,0 0 0,1 0 1,-1 0-1,0 0 0,0 0 1,1 0-1,-1 0 0,1 0 1,-1 0-1,1-1 0,-1 1 1,1 0-1,0 0 0,-1-3 1,2 2-6,-1 0 0,1 0 1,-1-1-1,1 1 0,0 0 1,0 0-1,0 0 0,0 0 1,0 0-1,1 0 0,-1 1 1,1-1-1,-1 0 0,1 1 1,0-1-1,-1 1 0,3-2 1,22-19-51,1 2 1,55-33 0,-67 44 62,1 2 0,1 0 0,-1 1 0,1 1 0,0 0 0,1 1 0,24-2 0,89-11 13,-70 8-5,80-2-1,116 13 18,-226-2-28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15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1 294 4915,'42'-2'553,"1"-2"0,71-18 0,3 0 265,282-7 1560,3 31-861,-180 1-937,-113-4-46,100 4 554,-42 30-6,-136-30-832,1 3 0,43 12 0,-75-18-239,0 0 0,0 0 0,1-1 0,-1 1 0,0 0-1,0 0 1,1 0 0,-1 0 0,0 0 0,0 0-1,1 0 1,-1 0 0,0 0 0,0 0 0,1 0 0,-1 1-1,0-1 1,0 0 0,0 0 0,1 0 0,-1 0-1,0 0 1,0 0 0,1 0 0,-1 1 0,0-1 0,0 0-1,0 0 1,0 0 0,1 0 0,-1 1 0,0-1-1,0 0 1,0 0 0,0 0 0,0 1 0,0-1 0,0 0-1,0 0 1,1 1 0,-1-1 0,0 0 0,0 0-1,0 1 1,0-1 0,0 0 0,0 0 0,0 1 0,-16 2 382,-31-1 158,-739-76 3690,647 56-3812,-6-4-10,-121-11 505,209 25-797,56 7-127,0 1 1,0 0-1,0 0 0,1-1 0,-1 1 0,0 0 0,0-1 0,1 1 0,-1 0 0,0-1 0,0 1 0,1-1 0,-1 1 0,1-1 0,-1 0 0,1 1 0,-1-1 0,1 0 0,-1 1 0,1-1 0,-1 0 0,0-1 0,2 1 0,-1-1 0,0 1 0,1 0 0,0 0 0,-1 0 0,1 0 0,-1-1 0,1 1 0,0 0 0,0 0 0,0 0 0,0 0 0,0 1 0,0-1 0,0 0 0,0 0 0,0 1 0,0-1 0,0 0 0,3 0 0,14-7 0,1 1 0,0 1 0,1 0 0,0 2 0,0 0 0,39-2 0,-23 2 0,630-46 0,2 42 0,-659 8 0,-31 0 0,-26 0 0,-980 0 0,1001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15.8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650 0 4915,'6'6'255,"2"9"-75,-12 1 181,-19-2-1,-43-9 736,-41-12-177,-41-5 162,-19 0-360,19 1-721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21.2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2578 333 4915,'0'-2'4,"0"1"1,0 0-1,1-1 0,-1 1 1,1 0-1,-1-1 0,1 1 0,0 0 1,0 0-1,-1 0 0,1 0 1,0 0-1,0 0 0,0 0 1,0 0-1,0 0 0,0 0 0,0 0 1,1 0-1,1-1 0,32-13 235,-27 11-149,63-20 219,0 4 0,2 2-1,0 4 1,84-6 0,-59 7-23,129-19 985,389-4 1,-522 35-820,58 4 243,-146-2-661,-1 0 1,0 0-1,0 1 0,0 0 1,0 0-1,-1 0 0,10 5 1,-14-6-24,1-1 0,0 1 0,-1-1 0,1 1 0,-1-1 0,1 1 0,0-1 1,-1 1-1,1-1 0,-1 1 0,1 0 0,-1-1 0,0 1 0,1 0 0,-1 0 0,0-1 1,1 1-1,-1 0 0,0 0 0,0-1 0,0 1 0,1 1 0,-2-1 11,1 0 0,-1 0 0,0 0 0,1 0-1,-1 0 1,0 0 0,0 0 0,1 0 0,-1-1-1,0 1 1,0 0 0,0 0 0,0-1 0,0 1-1,0-1 1,0 1 0,0-1 0,0 1 0,0-1 0,-1 0-1,0 1 1,-13 3 208,1 0 0,-1-1 0,0-1-1,0 0 1,0-1 0,0-1 0,-1 0-1,-15-3 1,-35 0 657,-215-6 1956,-40-3-1202,-1253-31 1223,1550 44-2808,-32-2 128,53 1-165,1-1 0,-1 1-1,1-1 1,-1 1 0,1-1 0,-1 0 0,1 0-1,0 0 1,-1 0 0,1 0 0,0 0-1,0-1 1,0 1 0,0-1 0,0 0-1,-3-2 1,5 3-14,0 0-1,-1 1 1,1-1-1,0 0 1,0 0 0,-1 0-1,1 1 1,0-1-1,0 0 1,0 0-1,0 0 1,0 0-1,0 1 1,1-1 0,-1 0-1,0 0 1,0 0-1,0 1 1,1-1-1,-1 0 1,1 0-1,-1 1 1,0-1 0,1 0-1,-1 1 1,1-1-1,-1 0 1,1 1-1,0-1 1,-1 1-1,1-1 1,0 1 0,-1-1-1,1 1 1,0-1-1,-1 1 1,1 0-1,0-1 1,0 1-1,0 0 1,-1 0 0,1 0-1,0 0 1,0-1-1,1 1 1,46-12-9,-45 12 9,168-23-5,342 0 0,-386 22 0,883-1 0,-977 1 0,0 2 0,-1 2 0,1 1 0,-1 1 0,1 2 0,-2 1 0,45 18 0,-73-25 0,0 1 0,0 0 0,1 0 0,-1 0 0,0 0 0,0 0 0,-1 1 0,1-1 0,3 5 0,-5-6 0,-1-1 0,0 1 0,1-1 0,-1 1 0,0-1 0,0 1 0,1 0 0,-1-1 0,0 1 0,0-1 0,0 1 0,0-1 0,0 1 0,0-1 0,0 1 0,0 0 0,0-1 0,0 1 0,0-1 0,0 1 0,0-1 0,-1 1 0,1 0 0,0 0 0,-1 0 0,0 0 0,0 0 0,0 0 0,0 0 0,0 0 0,-1-1 0,1 1 0,0 0 0,0-1 0,0 1 0,-1-1 0,1 1 0,0-1 0,-3 1 0,-33 5 0,0-1 0,-1-2 0,1-2 0,-60-5 0,36 2 0,248 2 0,-50-1 0,192 23 0,-308-19 0,152 28 0,-151-25 0,-1 0 0,0 2 0,0 0 0,-1 1 0,34 22 0,-49-28 0,-1 1 0,0 1 0,0-1 0,0 0 0,0 1 0,0 0 0,-1 0 0,0 0 0,0 0 0,-1 1 0,1-1 0,-1 1 0,-1-1 0,1 1 0,-1 0 0,1 0 0,-2-1 0,1 1 0,-1 0 0,0 0 0,0 0 0,0 0 0,-1 0 0,0 0 0,0 0 0,-1-1 0,1 1 0,-1 0 0,0-1 0,-1 1 0,0-1 0,1 0 0,-2 0 0,1 0 0,-1 0 0,1-1 0,-1 1 0,0-1 0,-1 0 0,1 0 0,-1 0 0,0-1 0,0 0 0,0 0 0,0 0 0,-8 3 0,-21 1 0,1-2 0,-1-1 0,0-2 0,0-1 0,-63-6 0,2 1 0,36 3 0,-116-5 0,152 3 0,0-1 0,0-1 0,1-1 0,-1-1 0,-34-16 0,-9-5 0,-1 3 0,-2 2 0,0 4 0,-102-15 0,75 18 0,-121-5 0,-801 19 0,508 4 0,-5-2 0,480 2 0,0 2 0,-49 11 0,11-2 0,-139 25 0,167-27 0,0 2 0,1 2 0,-45 22 0,-203 119 0,178-89 0,109-65 0,-20 15 0,21-9 0,17-2 0,-1-5 0,0-1 0,-1 0 0,1-1 0,0 0 0,-1-1 0,1-1 0,15-4 0,31-6 0,30 4 0,147 6 0,-144 4 0,-58 2 0,0 1 0,0 1 0,0 2 0,38 12 0,-38-9 0,1-1 0,-1-2 0,67 6 0,22-14 0,-66-1 0,-1 2 0,109 15 0,-55 0 0,0-5 0,214-9 0,-142-4 0,538 3 0,-683-2 0,1-1 0,44-11 0,-41 6 0,64-3 0,96 13 0,78-5 0,-163-14 0,-74 10 0,67-5 0,531 12 0,-393 1 0,-291-4 0,-1-1 0,1-3 0,-53-15 0,-72-11 0,97 25 0,-92-13 0,83 11 0,0 3 0,-157 8 0,92 2 0,24-2 0,-7 1 0,-174-19 0,200 4 0,-121 2 0,203 10 0,-1-1 0,1-1 0,-28-9 0,23 6 0,-46-5 0,-373 7 0,229 7 0,144-3 0,41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0.5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527 405 4915,'62'0'847,"110"14"1,-56 0 317,139-3 0,21 2-57,358 9 1956,-532-18-2336,133 25-1,-220-27-638,-163-6 1768,-114-20-161,-446-23 967,582 40-1717,-126-23-1,38 3-771,-221 17-174,268 12 0,158-2 0,4 1 0,1-1 0,-1 1 0,0-1 0,1-1 0,-1 1 0,1-1 0,-1 0 0,1 0 0,-1 0 0,1 0 0,-1-1 0,1 0 0,-8-4 0,12 5 0,-1 1 0,1-1 0,0 1 0,0-1 0,0 1 0,-1-1 0,1 1 0,0-1 0,0 0 0,0 1 0,0-1 0,0 1 0,0-1 0,0 0 0,0 1 0,0-1 0,1 1 0,-1-1 0,0 0 0,0 1 0,0-1 0,1 1 0,-1-1 0,0 1 0,1-1 0,-1 1 0,0-1 0,1 1 0,-1-1 0,1 1 0,-1 0 0,1-1 0,-1 1 0,1-1 0,0 1 0,19-14 0,1 6 0,0 1 0,1 1 0,0 1 0,0 1 0,33-2 0,-4-1 0,799-81 0,-139 80 0,-398 11 0,-304-3 0,-5-1 0,0 1 0,1-1 0,-1 1 0,0 0 0,1 1 0,-1-1 0,0 1 0,1 0 0,-1 0 0,0 0 0,0 1 0,0 0 0,0-1 0,6 5 0,-10-6 0,0 0 0,0 1 0,0-1 0,0 0 0,0 0 0,1 0 0,-1 1 0,0-1 0,0 0 0,0 1 0,0-1 0,0 0 0,0 0 0,0 1 0,0-1 0,0 0 0,0 0 0,0 1 0,0-1 0,0 0 0,-1 0 0,1 1 0,0-1 0,0 0 0,0 0 0,0 1 0,0-1 0,0 0 0,-1 0 0,1 0 0,0 1 0,0-1 0,0 0 0,-1 0 0,1 0 0,0 0 0,0 1 0,-1-1 0,1 0 0,0 0 0,0 0 0,0 0 0,-1 0 0,1 0 0,0 0 0,-1 0 0,1 0 0,0 0 0,0 0 0,-1 0 0,-17 5 0,-57 2 0,0-3 0,-76-6 0,108 1 0,-473-42 0,278 17 0,-207-18 0,421 42 0,0-1 0,0-1 0,1-1 0,-1-1 0,-27-11 0,51 17 0,-1 0 0,0 0 0,1-1 0,-1 1 0,0 0 0,0 0 0,1-1 0,-1 1 0,0 0 0,1-1 0,-1 1 0,1-1 0,-1 1 0,0-1 0,1 1 0,-1-1 0,1 1 0,0-1 0,-1 0 0,1 1 0,-1-1 0,1 1 0,0-1 0,-1 0 0,1 1 0,0-1 0,0 0 0,0 0 0,-1 1 0,1-2 0,19-9 0,36 4 0,437 4 0,-248 6 0,204-26 0,-331 13 0,-73 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0.6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38 4915,'6'0'180,"8"0"0,15-6 223,8-3-222,11 1 179,3 1-180,5 3 181,-6 1-361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3.5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1906 0 4915,'518'0'2884,"-499"0"-2769,-1 1 1,1 1-1,-1 0 1,0 2 0,0 0-1,0 1 1,-1 0-1,1 1 1,24 14 0,-40-19-97,1 0 0,-1 0 0,0 1 0,0-1 0,0 1 1,0-1-1,0 1 0,-1 0 0,1-1 0,-1 1 0,1 0 1,-1 0-1,1 0 0,-1 0 0,0 1 0,1 2 0,-1-3-3,-1-1 0,0 0 0,0 1-1,0-1 1,0 1 0,-1-1 0,1 1-1,0-1 1,0 1 0,-1-1 0,1 0-1,-1 1 1,1-1 0,-1 0-1,0 1 1,0-1 0,1 0 0,-1 0-1,0 0 1,-2 2 0,-3 2 46,0 0 1,-1 0-1,0 0 1,0-1-1,0 0 0,0 0 1,-1 0-1,-7 1 1,-34 12 292,0-3 1,-1-1 0,-1-3 0,0-2-1,0-3 1,-61 0 0,81-5-175,-107 2 907,-247-29 0,243 4 360,-277-6 0,-442 30 3088,998-1-4332,637 8 111,-3 51-349,-729-51 34,-1 1 0,56 21 0,-43-13 0,-17-9 0,0-1 0,1-2 0,0-2 0,0-2 0,67-5 0,-7 0 0,-57 3 0,47-1 0,-83 2 0,-1 0 0,1 1 0,0 0 0,0-1 0,-1 2 0,1-1 0,0 0 0,-1 1 0,0 0 0,1 0 0,-1 0 0,0 1 0,6 4 0,-9-6 0,0 0 0,0-1 0,-1 1 0,1 0 0,0 0 0,-1 0 0,1 0 0,-1 0 0,1 0 0,-1 0 0,0 0 0,1 0 0,-1 0 0,0 0 0,0 0 0,1 0 0,-1 0 0,0 0 0,0 0 0,0 0 0,0 0 0,-1 0 0,1 0 0,0 1 0,-1 0 0,0 1 0,0 0 0,-1-1 0,1 1 0,-1-1 0,0 1 0,0-1 0,0 0 0,0 1 0,-3 1 0,-7 5 0,0 0 0,-25 13 0,32-20 0,-31 19 0,1-1 0,0 0 0,-1-3 0,-1-1 0,-1-1 0,-60 14 0,-397 54 0,335-65 0,-183-3 0,299-19 0,0-1 0,1-2 0,-70-22 0,111 28 0,-417-99 0,326 83 0,-1 5 0,-147-1 0,187 14 0,-73-2 0,126 1 0,0 0 0,0 0 0,0 0 0,0 0 0,0 0 0,0 0 0,-1 0 0,1 0 0,0 0 0,0-1 0,0 1 0,0 0 0,0-1 0,0 1 0,0-1 0,0 1 0,1-1 0,-1 0 0,0 1 0,0-1 0,0 0 0,0 0 0,1 1 0,-1-1 0,0 0 0,1 0 0,-1 0 0,1 0 0,-1 0 0,1 0 0,-1 0 0,1 0 0,0 0 0,-1-2 0,2 1 0,-1 1 0,1-1 0,-1 0 0,1 1 0,0-1 0,0 1 0,0-1 0,0 1 0,0-1 0,0 1 0,0-1 0,0 1 0,1 0 0,-1 0 0,0 0 0,1 0 0,-1 0 0,1 0 0,0 0 0,2-1 0,8-3 0,1 0 0,0 1 0,0 0 0,0 1 0,0 1 0,24-2 0,88 4 0,-69 1 0,408 24 0,-346-14 0,147-7 0,-224-4 0,-9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3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4915,'7'0'180,"7"0"0,9 0 1,0 0-181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4.1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4.6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205 1 4915,'-1'7'72,"1"0"1,-1 0-1,0 0 0,-1 0 0,0 0 1,0 0-1,0 0 0,-1-1 0,0 1 1,0-1-1,-1 1 0,0-1 1,0 0-1,0-1 0,-1 1 0,-7 7 1,8-10-42,1 0 0,-1 1 1,0-1-1,-1-1 1,1 1-1,0-1 1,-1 1-1,0-1 0,1-1 1,-1 1-1,0-1 1,0 1-1,0-1 0,0-1 1,0 1-1,0-1 1,0 0-1,0 0 0,0 0 1,0-1-1,0 0 1,0 0-1,-9-3 0,13 4-26,-1 0-1,1-1 0,-1 1 1,1 0-1,-1-1 0,1 1 0,0-1 1,-1 0-1,1 0 0,0 1 1,-1-1-1,1 0 0,0 0 1,0 0-1,0 0 0,0 0 0,0 0 1,0-1-1,0 1 0,0 0 1,1 0-1,-1-1 0,0 1 0,1-1 1,-1 1-1,1 0 0,-1-1 1,1 1-1,0-1 0,0 1 0,0-1 1,-1 1-1,1-1 0,1 1 1,-1-1-1,0 1 0,0-1 1,0 1-1,1-1 0,-1 1 0,1-2 1,2-1 15,-1 0 1,1 0-1,-1 0 1,1 0-1,0 1 0,0-1 1,1 1-1,-1 0 1,1 0-1,0 0 1,-1 1-1,6-3 1,47-24 270,-30 18-264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5.1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364 114 4915,'0'-6'0,"0"-9"0,-6-1 0,-9-5 0,-7 2 180,-7 4 0,-5 4 1,-2 5-1,-2 2 0,0 3 0,-1 1 1,1 7 73,0 2-73,7 0-181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37.3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3935 0 4915,'6'0'78,"1"0"-1,-1 1 1,1 0 0,-1 0 0,0 0-1,1 1 1,-1 0 0,0 0-1,0 0 1,10 6 0,-14-7-60,-1 1 0,1-1 0,0 0-1,-1 1 1,1 0 0,-1-1 0,0 1 0,1 0 0,-1-1 0,0 1 0,0 0-1,0 0 1,0 0 0,-1 0 0,1 0 0,0 0 0,-1 0 0,0 0 0,1 1-1,-1-1 1,0 0 0,0 0 0,0 0 0,0 0 0,-1 0 0,1 0 0,0 1 0,-1-1-1,0 0 1,1 0 0,-1 0 0,0 0 0,0 0 0,0-1 0,0 1 0,-2 2-1,-4 6 58,0 0 1,-1-1-1,1 0 0,-2 0 0,1-1 0,-1 0 0,-1-1 0,1 0 0,-1 0 0,-1-1 0,-14 7 0,-3 0 116,0-2 0,-1-1 1,-40 10-1,62-19-143,0 0 0,0 0-1,0 0 1,0-1 0,0 0 0,0 0-1,-8-2 1,14 2-35,0 0 0,0-1-1,-1 1 1,1 0 0,0-1-1,0 1 1,0-1 0,0 1 0,0-1-1,0 0 1,0 1 0,0-1 0,1 0-1,-1 1 1,0-1 0,0 0 0,0 0-1,1 0 1,-1 0 0,0-1-1,0 0-4,1 0-1,0 1 0,0-1 0,0 0 0,0 1 1,0-1-1,0 0 0,1 1 0,-1-1 0,0 0 1,1 1-1,-1-1 0,1 1 0,0-1 0,-1 1 0,1-1 1,0 1-1,2-3 0,1-1 22,0 0 1,0 1-1,0 0 0,1-1 1,0 2-1,0-1 0,0 0 1,0 1-1,1 0 0,-1 0 1,1 1-1,0-1 0,-1 1 1,1 0-1,0 1 0,0 0 0,10-1 1,14-1 124,0 1-1,41 3 1,-45-1-46,36 2 240,1 3 0,72 15 0,-91-13-66,44 1-1,-552-11 1997,238 5-1176,-2276-2 6868,2480-1-7970,-1-1 0,1-2 0,-30-7 0,26 4 0,-50-5 0,-370 9 0,230 6 0,-4-3 0,189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5:50.7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0 629 4915,'236'-19'1836,"-32"1"-714,236 17 873,-271 20-1257,-101-9-265,72 0 0,1212-11 6225,-1290 4-6262,1 3-1,78 18 0,-103-10-180,-29-4-34,-10-9-208,1 0-1,-1-1 1,1 1-1,-1 0 1,0-1-1,1 1 1,-1-1-1,0 1 1,1-1-1,-1 1 1,0-1-1,0 1 1,1-1-1,-1 0 1,0 0-1,0 1 1,0-1-1,0 0 1,0 0-1,1 0 1,-2 0-1,-39 7 457,0-3 0,0-1-1,-78-6 1,29 1 52,-1123 0-287,905-17-234,-14-1 0,278 22 0,27-1 0,0 0 0,0-1 0,0-1 0,0 0 0,-25-6 0,42 7 0,-1 0 0,0 0 0,1 0 0,-1 0 0,1 0 0,-1 0 0,0 0 0,1 0 0,-1 0 0,0-1 0,1 1 0,-1 0 0,1 0 0,-1-1 0,0 1 0,1 0 0,-1-1 0,1 1 0,-1 0 0,1-1 0,-1 1 0,1-1 0,0 1 0,-1-1 0,1 1 0,0-1 0,-1 0 0,1 1 0,0-1 0,-1 1 0,1-1 0,0 0 0,0 1 0,0-1 0,0 1 0,0-1 0,0 0 0,-1 1 0,1-1 0,1 0 0,-1 1 0,0-1 0,0 0 0,0 1 0,0-1 0,0 1 0,1-1 0,-1 0 0,0 1 0,0-1 0,1 1 0,-1-1 0,0 1 0,1-1 0,-1 1 0,1-1 0,-1 1 0,1-1 0,3-2 0,-1 0 0,1 0 0,-1 0 0,1 1 0,0 0 0,0 0 0,5-3 0,29-6 0,1 1 0,0 2 0,52-4 0,-31 4 0,316-37 0,242-40 0,-356 37 0,-223 43 0,0 1 0,60 2 0,13-1 0,-109 3 0,1-1 0,-1 1 0,0-1 0,1 0 0,-1 0 0,1 0 0,-1 0 0,0 0 0,4-3 0,-7 4 0,0 0 0,1 0 0,-1 0 0,0-1 0,0 1 0,0 0 0,0 0 0,1 0 0,-1 0 0,0 0 0,0-1 0,0 1 0,0 0 0,0 0 0,0 0 0,0 0 0,1-1 0,-1 1 0,0 0 0,0 0 0,0 0 0,0-1 0,0 1 0,0 0 0,0 0 0,0 0 0,0-1 0,0 1 0,0 0 0,0 0 0,0 0 0,0-1 0,0 1 0,-1 0 0,1 0 0,0 0 0,0-1 0,0 1 0,0 0 0,0 0 0,0 0 0,0 0 0,-1-1 0,1 1 0,0 0 0,0 0 0,-23-7 0,-1010-189-3206,635 118 3259,145 24 163,219 48-161,0 2 1,-57 1-1,242 12 435,217 41 0,-261-33-427,655 123 255,-730-133-295,-17-6-8,-1 2 0,0 0 0,0 0 1,0 2-1,-1-1 0,0 2 0,22 11 0,-34-17-12,0 1-1,0 0 0,0-1 1,0 1-1,0 0 1,0 0-1,0 0 0,0 0 1,0-1-1,0 1 0,0 1 1,0-1-1,-1 0 0,1 0 1,0 0-1,-1 0 1,1 0-1,-1 1 0,0-1 1,1 0-1,-1 0 0,0 1 1,0-1-1,1 0 0,-1 0 1,0 1-1,-1 2 1,0-3 0,0 1 1,0 0-1,0-1 1,-1 1-1,1-1 1,-1 0 0,1 1-1,-1-1 1,1 0-1,-1 0 1,0 0-1,1 0 1,-1 0 0,0 0-1,-3 1 1,-8 2 18,0-1 0,-1 0 0,1 0 0,-16 0-1,-468-1 469,237-6-313,-311 5 189,562-2-366,0 1 0,0 0 0,0 1 0,1 0 0,-1 0 0,1 1 0,-1 0 0,1 0 0,-1 1 0,-14 7 0,24-7 0,11-3 0,15-4 0,414-94-1276,454-41-1,-812 127 1359,140-40-1,-181 44-40,0 1 0,1 3 0,-1 1-1,1 2 1,52 6 0,17-1 43,404-4 300,-477 2-338,1 2 1,-1 2 0,67 19-1,-66-14-4,0-2-1,1-1 0,55 2 0,540-10 432,-278-2-205,-331 4-241,-1 2 1,0 0-1,0 2 0,0 0 1,0 2-1,-1 1 1,27 14-1,-47-20-21,0 1 1,0-1-1,0 1 0,-1 0 0,0 1 0,1-1 1,-1 1-1,-1 0 0,1 0 0,-1 0 1,0 1-1,0-1 0,0 1 0,-1-1 0,0 1 1,0 0-1,-1 0 0,1 0 0,-1 0 1,0 0-1,-1 10 0,1-7 3,0 1-1,-1 0 1,0-1 0,-1 1-1,0 0 1,0-1 0,-1 1-1,0-1 1,-1 1 0,0-1-1,0 0 1,-1 0 0,-6 9-1,6-14-3,0 1 0,0-1 0,0 0 1,-1 0-1,1-1 0,-1 1 0,0-1 0,0 0 0,0 0 0,-1-1 0,1 1 0,-1-1 0,1-1 0,-1 1 0,0-1 0,-10 1 1,-9 1 2,0-2 1,-42-3-1,35 0-12,-23-4 4,0-2 0,0-2 0,-86-29 0,38 10 0,-55-15-368,-199-43 375,177 48 13,10 2-2,-35 0 8,66 9-2,0 7-1,-207-6 1,38 29 17,362 0-26,0 2-1,91 20 1,108 39 15,-111-25-16,277 54 21,-361-82-27,-3 0 0,0-2 1,61 0 0,11-10 5,115 4 0,-202 3-14,0 3 0,-1 1 0,54 21 0,64 14 0,-146-42 0,287 48 0,-108-21 0,-168-24 0,-1 1 0,0 1 0,0 0 0,-1 2 0,0 0 0,31 20 0,-50-29 0,0 1 0,0-1 0,0 1 0,0 0 0,0-1 0,0 1 0,0 0 0,0 0 0,0 0 0,0 0 0,0 0 0,-1 0 0,1 0 0,0 0 0,-1 0 0,1 0 0,0 0 0,-1 0 0,0 0 0,1 1 0,-1-1 0,0 0 0,1 0 0,-1 2 0,-1-2 0,1 0 0,-1 0 0,0 0 0,0 0 0,0 0 0,1 0 0,-1-1 0,0 1 0,0 0 0,0 0 0,0-1 0,-1 1 0,1-1 0,0 1 0,0-1 0,0 1 0,0-1 0,0 0 0,-3 1 0,-12 2 0,-1-1 0,-27 0 0,36-2 0,-436-2 0,269-16 0,101 8 0,-85-1 0,-1421 13 0,1579-2 0,-53-5 0,30-6 0,24 11 0,-1-1 0,1 1 0,0-1 0,-1 1 0,1-1 0,-1 0 0,1 1 0,0-1 0,0 0 0,-1 0 0,1 1 0,0-1 0,0 0 0,0 1 0,0-1 0,0 0 0,0 0 0,0 1 0,0-1 0,0 0 0,0 0 0,0 1 0,0-1 0,0 0 0,1 1 0,-1-1 0,0 0 0,1-1 0,1 0 0,1-1 0,-1 0 0,0 1 0,1-1 0,0 1 0,-1 0 0,1 0 0,0 0 0,0 0 0,0 1 0,0-1 0,0 1 0,1 0 0,-1 0 0,0 0 0,1 0 0,-1 0 0,5 1 0,70-7 0,-67 7 0,204 1 0,221 30 0,81-21 0,-313-12 0,125 2 0,-327-1 0,-1 1 0,1 0 0,-1 0 0,1 0 0,0 0 0,-1 0 0,1 0 0,-1 1 0,1-1 0,-1 0 0,1 1 0,-1-1 0,1 1 0,-1-1 0,0 1 0,1 0 0,0 1 0,-2-2 0,0 1 0,0 0 0,0-1 0,0 1 0,-1 0 0,1-1 0,0 1 0,-1-1 0,1 1 0,0 0 0,-1-1 0,1 1 0,-1-1 0,1 1 0,-1-1 0,1 1 0,-1-1 0,1 0 0,-1 1 0,1-1 0,-1 1 0,0-1 0,1 0 0,-2 1 0,-55 23 0,-50-1 0,-192 16 0,18-3 0,193-20 0,-2-3 0,-152 2 0,61-13 0,-112-7 0,290 5 0,0 0 0,1 0 0,-1-1 0,0 1 0,1-1 0,-1 0 0,0 0 0,1 0 0,-1 0 0,1 0 0,-1-1 0,1 1 0,0-1 0,-3-1 0,5 2 0,0 1 0,-1 0 0,1-1 0,0 1 0,0-1 0,-1 1 0,1-1 0,0 1 0,0 0 0,0-1 0,0 1 0,-1-1 0,1 1 0,0-1 0,0 1 0,0-1 0,0 1 0,0-1 0,0 1 0,1-1 0,-1 1 0,0-1 0,0 1 0,0-1 0,0 1 0,1-1 0,-1 1 0,0-1 0,23-16 0,4 6 0,0 1 0,1 2 0,0 0 0,36-4 0,-10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8:06:00.7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1 333 4915,'0'4'46,"0"-1"0,1 1 1,0 0-1,0 0 0,0-1 0,1 1 0,-1 0 0,1-1 1,0 1-1,0-1 0,0 0 0,0 0 0,0 0 1,1 0-1,-1 0 0,1 0 0,0 0 0,0-1 0,0 0 1,0 1-1,6 1 0,9 6 121,0 0 1,37 12-1,-29-12 12,-4-3 45,1-1 1,0-2-1,0 0 1,0-1-1,0-1 1,37-2-1,-2 1 221,196 9 1297,632 13 1370,-815-23-2735,187-8 1097,-214 4-1140,0-2 0,-1-1 0,77-25-1,-62 11 17,2 2-1,0 3 0,0 3 0,1 2 0,63-2 0,82-4 913,4 0-169,796 14 730,-550 6-1827,-2802-3 4,2309 2 0,0 1 0,-41 10 0,38-5 0,-62 3 0,-612-10 0,346-3 0,-134 2 0,493 0 0,4 1 0,1-1 0,-1 0 0,1 0 0,-1 0 0,0 0 0,1-1 0,-1 0 0,1 0 0,0 0 0,-1 0 0,1-1 0,0 0 0,0 0 0,-5-2 0,9 3 0,0 1 0,-1-1 0,1 0 0,0 1 0,0-1 0,0 1 0,0-1 0,0 0 0,0 1 0,0-1 0,0 1 0,0-1 0,0 0 0,0 1 0,0-1 0,0 1 0,0-1 0,0 0 0,1 1 0,-1-1 0,0 1 0,0-1 0,1 1 0,-1-1 0,0 1 0,1-1 0,-1 1 0,0-1 0,1 1 0,-1-1 0,1 1 0,-1 0 0,1-1 0,0 0 0,18-12 0,7 1 0,0 1 0,1 2 0,0 0 0,0 2 0,1 1 0,47-3 0,56-14 0,14-12 0,183-19 0,-210 40 0,-29 3 0,105-1 0,230 14 0,-437-8 0,0 2 0,-1-1 0,-18-2 0,-511-58 0,-4 40 0,116 27 0,4616-2 0,-4180-1 0,0 1 0,1 0 0,-1 1 0,0-1 0,1 1 0,-1 0 0,0 0 0,0 1 0,0-1 0,0 1 0,0 0 0,0 1 0,-1-1 0,9 6 0,-10-4 0,0 0 0,0 0 0,0 0 0,-1 0 0,1 0 0,-1 0 0,0 1 0,0-1 0,0 1 0,-1 0 0,0-1 0,0 1 0,0 0 0,0 0 0,-1 0 0,0 6 0,0-1 0,0 0 0,-1 0 0,0 0 0,0 0 0,-1-1 0,-1 1 0,0-1 0,0 1 0,-1-1 0,0 0 0,0 0 0,-1-1 0,0 1 0,-1-1 0,0 0 0,0-1 0,0 1 0,-1-1 0,0 0 0,-1-1 0,-14 10 0,-13 7 0,-2-2 0,-1-1 0,-70 27 0,55-26 0,6-3 0,-1-3 0,0-2 0,-1-1 0,0-3 0,-1-2 0,0-3 0,-89-2 0,29-5 0,-186 5 0,162 16 0,-48 2 0,-109-23 0,-111 6 0,263 14 0,-35 2 0,-49-19 0,192-1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97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6.xml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23.png"/><Relationship Id="rId18" Type="http://schemas.openxmlformats.org/officeDocument/2006/relationships/customXml" Target="../ink/ink14.xml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12" Type="http://schemas.openxmlformats.org/officeDocument/2006/relationships/customXml" Target="../ink/ink11.xml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10" Type="http://schemas.openxmlformats.org/officeDocument/2006/relationships/customXml" Target="../ink/ink10.xml"/><Relationship Id="rId19" Type="http://schemas.openxmlformats.org/officeDocument/2006/relationships/image" Target="../media/image26.png"/><Relationship Id="rId4" Type="http://schemas.openxmlformats.org/officeDocument/2006/relationships/customXml" Target="../ink/ink7.xml"/><Relationship Id="rId9" Type="http://schemas.openxmlformats.org/officeDocument/2006/relationships/image" Target="../media/image21.png"/><Relationship Id="rId14" Type="http://schemas.openxmlformats.org/officeDocument/2006/relationships/customXml" Target="../ink/ink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ChatDOC Pro: Unlock Your Document Intelligence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 static PDFs into interactive, intelligent systems that understand text, images, tables, and graphs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CCE59C-3885-0669-0957-5B3738E8FAE2}"/>
                  </a:ext>
                </a:extLst>
              </p14:cNvPr>
              <p14:cNvContentPartPr/>
              <p14:nvPr/>
            </p14:nvContentPartPr>
            <p14:xfrm>
              <a:off x="12377390" y="7698157"/>
              <a:ext cx="2115720" cy="573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CCE59C-3885-0669-0957-5B3738E8FA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14750" y="7635517"/>
                <a:ext cx="2241360" cy="69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Rich Data in PDFs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Documents contain diverse information including text, images, tables, and graphs that together tell a complete story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59142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2833449"/>
            <a:ext cx="3163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Traditional QA Limitations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Existing systems focus solely on text, ignoring valuable visual and structured data embedded in documents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59142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2833449"/>
            <a:ext cx="2970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Extraction Challenge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Multimodal information proves difficult to extract and integrate into coherent answers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RAG Solution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Retrieval-Augmented Generation combines retrieval mechanisms with generative AI for comprehensive understanding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Interactive Intelligence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ChatDoc Pro makes PDFs interactive, allowing users to ask questions and receive context-aware responses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7111DD4-BD9F-BCBE-BD3E-D689306D2D6B}"/>
                  </a:ext>
                </a:extLst>
              </p14:cNvPr>
              <p14:cNvContentPartPr/>
              <p14:nvPr/>
            </p14:nvContentPartPr>
            <p14:xfrm>
              <a:off x="12877430" y="7724797"/>
              <a:ext cx="1673280" cy="347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7111DD4-BD9F-BCBE-BD3E-D689306D2D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14430" y="7661797"/>
                <a:ext cx="1798920" cy="47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63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42116"/>
            <a:ext cx="340995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Existing System Failures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94221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Images, tables, and diagrams ignored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Answers remain incomplete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Contextual understanding limited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data treated as decoration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6421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LLM Challenges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294221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Hallucination in responses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Fact inaccuracies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 drift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Confidence in wrong answers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318165"/>
            <a:ext cx="13042821" cy="1544955"/>
          </a:xfrm>
          <a:prstGeom prst="roundRect">
            <a:avLst>
              <a:gd name="adj" fmla="val 220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20226"/>
            <a:ext cx="354330" cy="283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1748" y="56016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Need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01748" y="6182797"/>
            <a:ext cx="120080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accurate, context-aware, multimodal QA system that leverages all document elements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442885-CA65-1E25-0704-D57415A5228D}"/>
                  </a:ext>
                </a:extLst>
              </p14:cNvPr>
              <p14:cNvContentPartPr/>
              <p14:nvPr/>
            </p14:nvContentPartPr>
            <p14:xfrm>
              <a:off x="12673670" y="7605637"/>
              <a:ext cx="1801080" cy="491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442885-CA65-1E25-0704-D57415A522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10670" y="7542997"/>
                <a:ext cx="1926720" cy="61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2930" y="539710"/>
            <a:ext cx="5511522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Proposed Solution: ChatDoc Pro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82930" y="124372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49498" y="141029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897" y="1547693"/>
            <a:ext cx="224790" cy="224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498" y="203227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RAG-Based System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9498" y="236589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Retrieval-Augmented Generation architecture ensures accurate, context-aware responses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82930" y="288583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49498" y="305240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897" y="3189803"/>
            <a:ext cx="224790" cy="224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498" y="367438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Multimodal Processing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49498" y="400800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Handles text, images, tables, and graphs simultaneously for comprehensive understanding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82930" y="452794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749498" y="469451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897" y="4831913"/>
            <a:ext cx="224790" cy="2247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498" y="531649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Retrieval + Generation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49498" y="565011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Combines document retrieval with generative AI to produce accurate answers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82930" y="6170057"/>
            <a:ext cx="7978140" cy="151983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749498" y="633662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6897" y="6474023"/>
            <a:ext cx="224790" cy="22479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9498" y="695860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PIER-QA Inspired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49498" y="7292221"/>
            <a:ext cx="764500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Built on proven PIER-QA architecture principles for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16912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PDF Preprocessing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541401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Extract and clean all document elements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916912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Embedding &amp; Storage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541401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 to vectors and store efficiently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916912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Question Answering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54140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Retrieve and generate responses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74917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end-to-end pipeline that transforms document queries into accurate, multimodal answers by combining retrieval mechanisms with generative AI capabilities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0F86FFB-7898-E86F-937E-CCE22E3E85DF}"/>
                  </a:ext>
                </a:extLst>
              </p14:cNvPr>
              <p14:cNvContentPartPr/>
              <p14:nvPr/>
            </p14:nvContentPartPr>
            <p14:xfrm>
              <a:off x="12774830" y="7858357"/>
              <a:ext cx="746280" cy="106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0F86FFB-7898-E86F-937E-CCE22E3E85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12190" y="7795717"/>
                <a:ext cx="871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EE0DC57-2188-68E8-881B-2F94D5E25D27}"/>
                  </a:ext>
                </a:extLst>
              </p14:cNvPr>
              <p14:cNvContentPartPr/>
              <p14:nvPr/>
            </p14:nvContentPartPr>
            <p14:xfrm>
              <a:off x="13972550" y="7977877"/>
              <a:ext cx="239400" cy="20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EE0DC57-2188-68E8-881B-2F94D5E25D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09910" y="7914877"/>
                <a:ext cx="3650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1AA085D-E5BA-36BF-4A7E-8B15A02B4F20}"/>
                  </a:ext>
                </a:extLst>
              </p14:cNvPr>
              <p14:cNvContentPartPr/>
              <p14:nvPr/>
            </p14:nvContentPartPr>
            <p14:xfrm>
              <a:off x="12748190" y="7818037"/>
              <a:ext cx="1713960" cy="267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1AA085D-E5BA-36BF-4A7E-8B15A02B4F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85190" y="7755037"/>
                <a:ext cx="1839600" cy="39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49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PDF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0733"/>
            <a:ext cx="32142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Cleaning &amp; Extraction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91878"/>
            <a:ext cx="7604284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 headers and footers using DBSCAN clustering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 PDF to Markdown format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Extract text, images, and tables separately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descriptive image captions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proper table formatting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92764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Improved data quality and retrieval accuracy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3255169"/>
            <a:ext cx="4885015" cy="276808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8C3F54F-6894-2C49-8ADF-3BBE61EF45F4}"/>
              </a:ext>
            </a:extLst>
          </p:cNvPr>
          <p:cNvGrpSpPr/>
          <p:nvPr/>
        </p:nvGrpSpPr>
        <p:grpSpPr>
          <a:xfrm>
            <a:off x="12810830" y="7805437"/>
            <a:ext cx="1700640" cy="293400"/>
            <a:chOff x="12810830" y="7805437"/>
            <a:chExt cx="170064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096401-0324-AB42-2DF9-EE259916E236}"/>
                    </a:ext>
                  </a:extLst>
                </p14:cNvPr>
                <p14:cNvContentPartPr/>
                <p14:nvPr/>
              </p14:nvContentPartPr>
              <p14:xfrm>
                <a:off x="12810830" y="7858717"/>
                <a:ext cx="862200" cy="185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096401-0324-AB42-2DF9-EE259916E2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47830" y="7795717"/>
                  <a:ext cx="987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D5169B-FE16-4ABC-E940-9BE8FF3C9BA4}"/>
                    </a:ext>
                  </a:extLst>
                </p14:cNvPr>
                <p14:cNvContentPartPr/>
                <p14:nvPr/>
              </p14:nvContentPartPr>
              <p14:xfrm>
                <a:off x="13517150" y="7845037"/>
                <a:ext cx="105120" cy="13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D5169B-FE16-4ABC-E940-9BE8FF3C9B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54510" y="7782397"/>
                  <a:ext cx="230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01C4AC-FE4F-E26D-5CF0-52436634DA10}"/>
                    </a:ext>
                  </a:extLst>
                </p14:cNvPr>
                <p14:cNvContentPartPr/>
                <p14:nvPr/>
              </p14:nvContentPartPr>
              <p14:xfrm>
                <a:off x="13506710" y="7805437"/>
                <a:ext cx="973800" cy="240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01C4AC-FE4F-E26D-5CF0-52436634DA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43710" y="7742437"/>
                  <a:ext cx="10994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197A51-9DCD-CB63-8801-156EB5B2D4E7}"/>
                    </a:ext>
                  </a:extLst>
                </p14:cNvPr>
                <p14:cNvContentPartPr/>
                <p14:nvPr/>
              </p14:nvContentPartPr>
              <p14:xfrm>
                <a:off x="13967510" y="7964197"/>
                <a:ext cx="2448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197A51-9DCD-CB63-8801-156EB5B2D4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904510" y="7901197"/>
                  <a:ext cx="150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41F610B-F44D-D2D2-105A-7C40BF4F4081}"/>
                    </a:ext>
                  </a:extLst>
                </p14:cNvPr>
                <p14:cNvContentPartPr/>
                <p14:nvPr/>
              </p14:nvContentPartPr>
              <p14:xfrm>
                <a:off x="14378630" y="8017117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41F610B-F44D-D2D2-105A-7C40BF4F40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15990" y="795447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5789BA2-7B46-E02F-B2CE-76EB504C7423}"/>
                    </a:ext>
                  </a:extLst>
                </p14:cNvPr>
                <p14:cNvContentPartPr/>
                <p14:nvPr/>
              </p14:nvContentPartPr>
              <p14:xfrm>
                <a:off x="14305190" y="8043757"/>
                <a:ext cx="73800" cy="55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5789BA2-7B46-E02F-B2CE-76EB504C742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242190" y="7981117"/>
                  <a:ext cx="199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F13D9D-AE63-54BD-BF05-3ED0EA98623B}"/>
                    </a:ext>
                  </a:extLst>
                </p14:cNvPr>
                <p14:cNvContentPartPr/>
                <p14:nvPr/>
              </p14:nvContentPartPr>
              <p14:xfrm>
                <a:off x="14380070" y="7976437"/>
                <a:ext cx="131400" cy="41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F13D9D-AE63-54BD-BF05-3ED0EA9862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317070" y="7913437"/>
                  <a:ext cx="257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87595E1-D4C9-A9E7-D387-67B517665ECE}"/>
                    </a:ext>
                  </a:extLst>
                </p14:cNvPr>
                <p14:cNvContentPartPr/>
                <p14:nvPr/>
              </p14:nvContentPartPr>
              <p14:xfrm>
                <a:off x="12948710" y="7990837"/>
                <a:ext cx="1557720" cy="91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87595E1-D4C9-A9E7-D387-67B517665EC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886070" y="7927837"/>
                  <a:ext cx="1683360" cy="217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596741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Embedding &amp; Storage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427232" y="1852851"/>
            <a:ext cx="209074" cy="1189315"/>
          </a:xfrm>
          <a:prstGeom prst="roundRect">
            <a:avLst>
              <a:gd name="adj" fmla="val 150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218158" y="1715572"/>
            <a:ext cx="627221" cy="627221"/>
          </a:xfrm>
          <a:prstGeom prst="roundRect">
            <a:avLst>
              <a:gd name="adj" fmla="val 7289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4963" y="1872377"/>
            <a:ext cx="313611" cy="3136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38142" y="1748314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Document Chunking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038142" y="2190512"/>
            <a:ext cx="686050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Split document into manageable chunks of approximately 1000 characters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740843" y="3548658"/>
            <a:ext cx="209074" cy="1189315"/>
          </a:xfrm>
          <a:prstGeom prst="roundRect">
            <a:avLst>
              <a:gd name="adj" fmla="val 150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6531769" y="3411379"/>
            <a:ext cx="627221" cy="627221"/>
          </a:xfrm>
          <a:prstGeom prst="roundRect">
            <a:avLst>
              <a:gd name="adj" fmla="val 7289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8574" y="3568184"/>
            <a:ext cx="313611" cy="3136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51752" y="344412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Vector Conversion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7351752" y="3886319"/>
            <a:ext cx="654689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 text chunks into dense vectors using GTE-large embedding model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054453" y="5244465"/>
            <a:ext cx="209074" cy="940832"/>
          </a:xfrm>
          <a:prstGeom prst="roundRect">
            <a:avLst>
              <a:gd name="adj" fmla="val 150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845379" y="5107186"/>
            <a:ext cx="627221" cy="627221"/>
          </a:xfrm>
          <a:prstGeom prst="roundRect">
            <a:avLst>
              <a:gd name="adj" fmla="val 7289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2185" y="5263991"/>
            <a:ext cx="313611" cy="3136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65363" y="5139928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Vector Storage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7665363" y="5582126"/>
            <a:ext cx="6233279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Store vectors in ElasticSearch for efficient similarity search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368183" y="6691789"/>
            <a:ext cx="209074" cy="940832"/>
          </a:xfrm>
          <a:prstGeom prst="roundRect">
            <a:avLst>
              <a:gd name="adj" fmla="val 150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7159109" y="6554510"/>
            <a:ext cx="627221" cy="627221"/>
          </a:xfrm>
          <a:prstGeom prst="roundRect">
            <a:avLst>
              <a:gd name="adj" fmla="val 7289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914" y="6711315"/>
            <a:ext cx="313611" cy="31361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79093" y="658725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Semantic Clustering</a:t>
            </a:r>
            <a:endParaRPr lang="en-US" sz="2050" dirty="0"/>
          </a:p>
        </p:txBody>
      </p:sp>
      <p:sp>
        <p:nvSpPr>
          <p:cNvPr id="23" name="Text 16"/>
          <p:cNvSpPr/>
          <p:nvPr/>
        </p:nvSpPr>
        <p:spPr>
          <a:xfrm>
            <a:off x="7979093" y="7029450"/>
            <a:ext cx="5919549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RAPTOR algorithm for hierarchical semantic clustering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F344A2E-D999-8B5B-7035-16E377AF2CC4}"/>
                  </a:ext>
                </a:extLst>
              </p14:cNvPr>
              <p14:cNvContentPartPr/>
              <p14:nvPr/>
            </p14:nvContentPartPr>
            <p14:xfrm>
              <a:off x="12695270" y="7804717"/>
              <a:ext cx="1815120" cy="267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F344A2E-D999-8B5B-7035-16E377AF2C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32270" y="7742077"/>
                <a:ext cx="1940760" cy="39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62332"/>
            <a:ext cx="5717619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Question Answering Process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03770" y="1506379"/>
            <a:ext cx="22860" cy="5682615"/>
          </a:xfrm>
          <a:prstGeom prst="roundRect">
            <a:avLst>
              <a:gd name="adj" fmla="val 127907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34090" y="1714143"/>
            <a:ext cx="584716" cy="22860"/>
          </a:xfrm>
          <a:prstGeom prst="roundRect">
            <a:avLst>
              <a:gd name="adj" fmla="val 127907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95946" y="1506379"/>
            <a:ext cx="438507" cy="4385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68991" y="1542871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903940" y="157329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Query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2228" y="1978343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enters natural language question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11594" y="2828687"/>
            <a:ext cx="584716" cy="22860"/>
          </a:xfrm>
          <a:prstGeom prst="roundRect">
            <a:avLst>
              <a:gd name="adj" fmla="val 127907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95946" y="2620923"/>
            <a:ext cx="438507" cy="4385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68991" y="2657415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289846" y="268783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Vector Encoding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89846" y="3092887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Query converted into vector representation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4090" y="3809286"/>
            <a:ext cx="584716" cy="22860"/>
          </a:xfrm>
          <a:prstGeom prst="roundRect">
            <a:avLst>
              <a:gd name="adj" fmla="val 127907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095946" y="3601522"/>
            <a:ext cx="438507" cy="4385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68991" y="3638014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903940" y="366843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Chunk Retrieval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2228" y="4073485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Retrieve top relevant document chunks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11594" y="4789884"/>
            <a:ext cx="584716" cy="22860"/>
          </a:xfrm>
          <a:prstGeom prst="roundRect">
            <a:avLst>
              <a:gd name="adj" fmla="val 127907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95946" y="4582120"/>
            <a:ext cx="438507" cy="4385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68991" y="461861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289846" y="464903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LLM Processing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289846" y="5054084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 context to RAG-aware language model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4090" y="5770483"/>
            <a:ext cx="584716" cy="22860"/>
          </a:xfrm>
          <a:prstGeom prst="roundRect">
            <a:avLst>
              <a:gd name="adj" fmla="val 127907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095946" y="5562719"/>
            <a:ext cx="438507" cy="4385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68991" y="5599212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903940" y="562963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Response Generation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82228" y="6034683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 comprehensive multimodal answer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2228" y="7377351"/>
            <a:ext cx="132659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 output includes text answers, relevant images, and formatted tables, significantly improving context understanding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E83F7C2-607D-4AB3-B976-C1B5EA33F832}"/>
                  </a:ext>
                </a:extLst>
              </p14:cNvPr>
              <p14:cNvContentPartPr/>
              <p14:nvPr/>
            </p14:nvContentPartPr>
            <p14:xfrm>
              <a:off x="12881030" y="7884637"/>
              <a:ext cx="1632600" cy="2131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E83F7C2-607D-4AB3-B976-C1B5EA33F8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18390" y="7821637"/>
                <a:ext cx="1758240" cy="33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39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 &amp;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95951"/>
            <a:ext cx="35015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Outperformed baseline models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Higher similarity scores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Accuracy: 0.85, 0.90, 0.95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 to ~0.19 improvement at high thresholds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Strengths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795951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Handles complex multimodal queries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Comprehensive document understanding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Context-aware responses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Reliable retrieval mechanism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4558"/>
            <a:ext cx="6353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Limitations &amp; Future Work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73498"/>
            <a:ext cx="7556421" cy="2252305"/>
          </a:xfrm>
          <a:prstGeom prst="roundRect">
            <a:avLst>
              <a:gd name="adj" fmla="val 6496"/>
            </a:avLst>
          </a:prstGeom>
          <a:solidFill>
            <a:srgbClr val="FFFFFF"/>
          </a:solidFill>
          <a:ln w="30480">
            <a:solidFill>
              <a:srgbClr val="0431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63310" y="2273498"/>
            <a:ext cx="121920" cy="2252305"/>
          </a:xfrm>
          <a:prstGeom prst="roundRect">
            <a:avLst>
              <a:gd name="adj" fmla="val 27907"/>
            </a:avLst>
          </a:prstGeom>
          <a:solidFill>
            <a:srgbClr val="0431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42524" y="2530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021211"/>
            <a:ext cx="6950393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DBSCAN may misidentify content regions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 tables lose formatting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Retrieval latency in large documents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752618"/>
            <a:ext cx="7556421" cy="2252305"/>
          </a:xfrm>
          <a:prstGeom prst="roundRect">
            <a:avLst>
              <a:gd name="adj" fmla="val 6496"/>
            </a:avLst>
          </a:prstGeom>
          <a:solidFill>
            <a:srgbClr val="FFFFFF"/>
          </a:solidFill>
          <a:ln w="3048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3310" y="4752618"/>
            <a:ext cx="121920" cy="2252305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42524" y="500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Improvements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5500330"/>
            <a:ext cx="6950393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Enhanced multimodal models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Faster retrieval algorithms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document parsing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494</Words>
  <Application>Microsoft Office PowerPoint</Application>
  <PresentationFormat>Custom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Heebo</vt:lpstr>
      <vt:lpstr>Crimson Pro Semi Bold</vt:lpstr>
      <vt:lpstr>Crimson Pro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Prabhat Chaudhary</cp:lastModifiedBy>
  <cp:revision>2</cp:revision>
  <dcterms:created xsi:type="dcterms:W3CDTF">2026-04-20T08:01:22Z</dcterms:created>
  <dcterms:modified xsi:type="dcterms:W3CDTF">2026-04-20T08:06:08Z</dcterms:modified>
</cp:coreProperties>
</file>